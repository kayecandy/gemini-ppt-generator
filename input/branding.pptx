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9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191301-376F-864E-862C-8EAE238F6A4B}" name="Santini, Andréa" initials="SA" userId="S::andrea.santini@accenture.com::426b7daf-8c36-440e-b7a6-c38a65b6929f" providerId="AD"/>
  <p188:author id="{D05CA914-7DC9-60D2-8911-9AA9AEF6B948}" name="Bertorelli, Eloisa" initials="" userId="S::eloisa.bertorelli@accenture.com::80eab2e9-142e-44fc-b95d-f6911bc46a14" providerId="AD"/>
  <p188:author id="{D42CFD33-CA96-B80D-6164-A403048B4BB5}" name="Gonzalez, Clara" initials="" userId="S::clara.gonzalez@accenture.com::a94196a8-3606-4a10-9e5d-b2c315ce9acb" providerId="AD"/>
  <p188:author id="{283C7B6C-D1B7-B4D9-0F16-3E342206DE97}" name="Bernero, Bo" initials="" userId="S::bo.bernero@accenture.com::038b8381-bee1-495b-9366-6f9d3c62105f" providerId="AD"/>
  <p188:author id="{0E73D874-EBD8-68E4-2E46-117214CC62E4}" name="Robledo, Martu" initials="MR" userId="S::martin.robledo@accenture.com::11410a32-82ed-43e7-9588-dc918e484bab" providerId="AD"/>
  <p188:author id="{75F8DC9E-226B-6C3A-0C87-181D918A683C}" name="Iudice, Luciana Inés" initials="" userId="S::luciana.ines.iudice@accenture.com::20b7ef9e-58b0-4db3-888c-a9ffac62ee13" providerId="AD"/>
  <p188:author id="{AC2D28BC-4D77-CC7A-109C-B403230212B8}" name="Walsh, Autumn" initials="WA" userId="S::autumn.walsh@accenture.com::a29a7807-03ff-4b0e-8384-a68ad42d5eb0" providerId="AD"/>
  <p188:author id="{3A29D8E7-072C-FA7B-EC56-7B47AC7CD8C7}" name="Alex-Vasey, Gregory" initials="" userId="S::gregory.vasey@accenture.com::b696857f-d849-4733-9dcf-790ccea696e3" providerId="AD"/>
  <p188:author id="{17E0CEF8-8283-8512-250C-DB1C65CC29DB}" name="Andrea Santini" initials="SAN" userId="Andrea Santin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400C0"/>
    <a:srgbClr val="96968C"/>
    <a:srgbClr val="FFFFFF"/>
    <a:srgbClr val="05F2DB"/>
    <a:srgbClr val="224BFF"/>
    <a:srgbClr val="06112B"/>
    <a:srgbClr val="214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41333-9FEA-410C-A294-2B41E7F8E0D4}" v="1" dt="2025-10-15T19:54:24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3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on, Sergio Mauricio" userId="aaed547c-c168-431c-88d7-10861b1f3a0e" providerId="ADAL" clId="{6209C616-9276-4AF4-BDAD-2BA1DFABEE1F}"/>
    <pc:docChg chg="modMainMaster">
      <pc:chgData name="Veron, Sergio Mauricio" userId="aaed547c-c168-431c-88d7-10861b1f3a0e" providerId="ADAL" clId="{6209C616-9276-4AF4-BDAD-2BA1DFABEE1F}" dt="2025-10-15T20:03:24.572" v="0" actId="20578"/>
      <pc:docMkLst>
        <pc:docMk/>
      </pc:docMkLst>
      <pc:sldMasterChg chg="modSldLayout sldLayoutOrd">
        <pc:chgData name="Veron, Sergio Mauricio" userId="aaed547c-c168-431c-88d7-10861b1f3a0e" providerId="ADAL" clId="{6209C616-9276-4AF4-BDAD-2BA1DFABEE1F}" dt="2025-10-15T20:03:24.572" v="0" actId="20578"/>
        <pc:sldMasterMkLst>
          <pc:docMk/>
          <pc:sldMasterMk cId="2457110672" sldId="2147483709"/>
        </pc:sldMasterMkLst>
        <pc:sldLayoutChg chg="ord">
          <pc:chgData name="Veron, Sergio Mauricio" userId="aaed547c-c168-431c-88d7-10861b1f3a0e" providerId="ADAL" clId="{6209C616-9276-4AF4-BDAD-2BA1DFABEE1F}" dt="2025-10-15T20:03:24.572" v="0" actId="20578"/>
          <pc:sldLayoutMkLst>
            <pc:docMk/>
            <pc:sldMasterMk cId="2457110672" sldId="2147483709"/>
            <pc:sldLayoutMk cId="4044285482" sldId="2147483912"/>
          </pc:sldLayoutMkLst>
        </pc:sldLayoutChg>
      </pc:sldMasterChg>
    </pc:docChg>
  </pc:docChgLst>
  <pc:docChgLst>
    <pc:chgData name="Santos, Lyel" userId="103db249-076a-4ae0-ab21-2eadcffc07b5" providerId="ADAL" clId="{7DF41333-9FEA-410C-A294-2B41E7F8E0D4}"/>
    <pc:docChg chg="modMainMaster">
      <pc:chgData name="Santos, Lyel" userId="103db249-076a-4ae0-ab21-2eadcffc07b5" providerId="ADAL" clId="{7DF41333-9FEA-410C-A294-2B41E7F8E0D4}" dt="2025-10-15T19:54:24.612" v="0" actId="207"/>
      <pc:docMkLst>
        <pc:docMk/>
      </pc:docMkLst>
      <pc:sldMasterChg chg="modSldLayout">
        <pc:chgData name="Santos, Lyel" userId="103db249-076a-4ae0-ab21-2eadcffc07b5" providerId="ADAL" clId="{7DF41333-9FEA-410C-A294-2B41E7F8E0D4}" dt="2025-10-15T19:54:24.612" v="0" actId="207"/>
        <pc:sldMasterMkLst>
          <pc:docMk/>
          <pc:sldMasterMk cId="2457110672" sldId="2147483709"/>
        </pc:sldMasterMkLst>
        <pc:sldLayoutChg chg="modSp">
          <pc:chgData name="Santos, Lyel" userId="103db249-076a-4ae0-ab21-2eadcffc07b5" providerId="ADAL" clId="{7DF41333-9FEA-410C-A294-2B41E7F8E0D4}" dt="2025-10-15T19:54:24.612" v="0" actId="207"/>
          <pc:sldLayoutMkLst>
            <pc:docMk/>
            <pc:sldMasterMk cId="2457110672" sldId="2147483709"/>
            <pc:sldLayoutMk cId="634449215" sldId="2147483914"/>
          </pc:sldLayoutMkLst>
          <pc:spChg chg="mod">
            <ac:chgData name="Santos, Lyel" userId="103db249-076a-4ae0-ab21-2eadcffc07b5" providerId="ADAL" clId="{7DF41333-9FEA-410C-A294-2B41E7F8E0D4}" dt="2025-10-15T19:54:24.612" v="0" actId="207"/>
            <ac:spMkLst>
              <pc:docMk/>
              <pc:sldMasterMk cId="2457110672" sldId="2147483709"/>
              <pc:sldLayoutMk cId="634449215" sldId="2147483914"/>
              <ac:spMk id="2" creationId="{9497204A-4462-2F62-F226-525C3578349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E853440-0782-1D68-D2FD-933DEA3367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BAE373-49AC-5B9F-BD8D-665F4397E9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787D-70D5-9549-AC5E-9D4C1BFA0564}" type="datetimeFigureOut">
              <a:rPr lang="en-US" smtClean="0">
                <a:latin typeface="Graphik" panose="020B0503030202060203" pitchFamily="34" charset="77"/>
              </a:rPr>
              <a:t>10/15/2025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D5359E-0814-051B-B036-A156852593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2F9671-5EF1-8E9F-DD2A-21863ED219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2F477-6371-B744-A7EB-E94ECCEEDA65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9209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7FBA1538-8606-2D42-9B67-EB3CAAF1E29B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8F681651-9904-804F-8355-78350773C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9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457189" algn="l" defTabSz="914377" rtl="0" eaLnBrk="1" latinLnBrk="0" hangingPunct="1">
      <a:defRPr sz="12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914377" algn="l" defTabSz="914377" rtl="0" eaLnBrk="1" latinLnBrk="0" hangingPunct="1">
      <a:defRPr sz="12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371566" algn="l" defTabSz="914377" rtl="0" eaLnBrk="1" latinLnBrk="0" hangingPunct="1">
      <a:defRPr sz="12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828754" algn="l" defTabSz="914377" rtl="0" eaLnBrk="1" latinLnBrk="0" hangingPunct="1">
      <a:defRPr sz="12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_image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921" t="482"/>
          <a:stretch>
            <a:fillRect/>
          </a:stretch>
        </p:blipFill>
        <p:spPr bwMode="invGray">
          <a:xfrm rot="5400000">
            <a:off x="2666998" y="-2667001"/>
            <a:ext cx="6857999" cy="12192002"/>
          </a:xfrm>
          <a:prstGeom prst="rect">
            <a:avLst/>
          </a:prstGeom>
        </p:spPr>
      </p:pic>
      <p:sp>
        <p:nvSpPr>
          <p:cNvPr id="15" name="title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</a:t>
            </a:r>
            <a:r>
              <a:rPr lang="en-GB" dirty="0" err="1"/>
              <a:t>Graphik</a:t>
            </a:r>
            <a:r>
              <a:rPr lang="en-GB" dirty="0"/>
              <a:t> regular</a:t>
            </a:r>
            <a:endParaRPr lang="en-US" dirty="0"/>
          </a:p>
        </p:txBody>
      </p:sp>
      <p:sp>
        <p:nvSpPr>
          <p:cNvPr id="18" name="presenter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1" y="5674232"/>
            <a:ext cx="3102015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</a:t>
            </a:r>
          </a:p>
        </p:txBody>
      </p:sp>
      <p:pic>
        <p:nvPicPr>
          <p:cNvPr id="22" name="company_logo" descr="A black and white logo&#10;&#10;AI-generated content may be incorrect.">
            <a:extLst>
              <a:ext uri="{FF2B5EF4-FFF2-40B4-BE49-F238E27FC236}">
                <a16:creationId xmlns:a16="http://schemas.microsoft.com/office/drawing/2014/main" id="{753DF281-9DA9-615C-E12D-B98585A5AC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23" name="date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B5E4AE3-B3A0-AB11-1E5B-08E6DD8027F5}"/>
              </a:ext>
            </a:extLst>
          </p:cNvPr>
          <p:cNvSpPr txBox="1">
            <a:spLocks/>
          </p:cNvSpPr>
          <p:nvPr userDrawn="1"/>
        </p:nvSpPr>
        <p:spPr>
          <a:xfrm>
            <a:off x="8108084" y="205838"/>
            <a:ext cx="3820391" cy="16918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stem Font"/>
              <a:buChar char="–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stem Font"/>
              <a:buChar char="–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0" i="1" dirty="0">
                <a:solidFill>
                  <a:schemeClr val="tx1">
                    <a:lumMod val="95000"/>
                    <a:alpha val="85000"/>
                  </a:schemeClr>
                </a:solidFill>
                <a:effectLst/>
                <a:latin typeface="Graphik" panose="020B0503030202060203" pitchFamily="34" charset="0"/>
              </a:rPr>
              <a:t>Created with </a:t>
            </a:r>
            <a:r>
              <a:rPr lang="en-US" sz="1000" b="0" i="1" dirty="0" err="1">
                <a:solidFill>
                  <a:schemeClr val="tx1">
                    <a:lumMod val="95000"/>
                    <a:alpha val="85000"/>
                  </a:schemeClr>
                </a:solidFill>
                <a:effectLst/>
                <a:latin typeface="Graphik" panose="020B0503030202060203" pitchFamily="34" charset="0"/>
              </a:rPr>
              <a:t>DocGen</a:t>
            </a:r>
            <a:r>
              <a:rPr lang="en-US" sz="1000" b="0" i="1" dirty="0">
                <a:solidFill>
                  <a:schemeClr val="tx1">
                    <a:lumMod val="95000"/>
                    <a:alpha val="85000"/>
                  </a:schemeClr>
                </a:solidFill>
                <a:effectLst/>
                <a:latin typeface="Graphik" panose="020B0503030202060203" pitchFamily="34" charset="0"/>
              </a:rPr>
              <a:t> — your AI-powered content assistant.</a:t>
            </a:r>
            <a:endParaRPr lang="es-AR" sz="1000" dirty="0">
              <a:solidFill>
                <a:schemeClr val="tx1">
                  <a:lumMod val="95000"/>
                  <a:alpha val="85000"/>
                </a:schemeClr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306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with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image_placeholder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agenda_number_plus_title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26781" y="1331548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8" name="agenda_number_plus_title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426781" y="1882179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9" name="agenda_number_plus_title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426781" y="2432810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10" name="agenda_number_plus_title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26781" y="2983441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5" name="agenda_number_plus_title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426781" y="3534072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6" name="agenda_number_plus_title">
            <a:extLst>
              <a:ext uri="{FF2B5EF4-FFF2-40B4-BE49-F238E27FC236}">
                <a16:creationId xmlns:a16="http://schemas.microsoft.com/office/drawing/2014/main" id="{15C8E416-2D98-84A0-E780-642B98D7185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426781" y="4084703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7" name="agenda_number_plus_title">
            <a:extLst>
              <a:ext uri="{FF2B5EF4-FFF2-40B4-BE49-F238E27FC236}">
                <a16:creationId xmlns:a16="http://schemas.microsoft.com/office/drawing/2014/main" id="{A134D88D-0647-A51D-A320-33484230F5D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426781" y="4635334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11" name="agenda_number_plus_title">
            <a:extLst>
              <a:ext uri="{FF2B5EF4-FFF2-40B4-BE49-F238E27FC236}">
                <a16:creationId xmlns:a16="http://schemas.microsoft.com/office/drawing/2014/main" id="{2AA1DD87-9DBF-486B-230C-6ADFB2C7FCA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426781" y="5185965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  <p:sp>
        <p:nvSpPr>
          <p:cNvPr id="12" name="agenda_number_plus_title">
            <a:extLst>
              <a:ext uri="{FF2B5EF4-FFF2-40B4-BE49-F238E27FC236}">
                <a16:creationId xmlns:a16="http://schemas.microsoft.com/office/drawing/2014/main" id="{203940D7-9043-2005-8D28-CAB987014B9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426781" y="5736599"/>
            <a:ext cx="7701663" cy="393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 dirty="0"/>
              <a:t>## - First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63444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ecutive_summary_with_one_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_placeholder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46395CBB-5BF9-45C3-B3AB-1C49BDDAB166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2" name="slide_number_automatic">
            <a:extLst>
              <a:ext uri="{FF2B5EF4-FFF2-40B4-BE49-F238E27FC236}">
                <a16:creationId xmlns:a16="http://schemas.microsoft.com/office/drawing/2014/main" id="{63A6B77E-96C3-7D2B-D319-71704218C94F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company_logo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 dirty="0"/>
              <a:t>Click to edit Section title style</a:t>
            </a:r>
            <a:endParaRPr lang="en-US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D150287-C02E-492D-1437-F9DF33B7F1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8103" y="2608003"/>
            <a:ext cx="4591589" cy="30473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</a:t>
            </a:r>
            <a:r>
              <a:rPr lang="en-GB" dirty="0" err="1"/>
              <a:t>Graphik</a:t>
            </a:r>
            <a:r>
              <a:rPr lang="en-GB" dirty="0"/>
              <a:t> regular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bullet</a:t>
            </a:r>
          </a:p>
          <a:p>
            <a:pPr lvl="3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6292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_message_01_with_one_im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">
            <a:extLst>
              <a:ext uri="{FF2B5EF4-FFF2-40B4-BE49-F238E27FC236}">
                <a16:creationId xmlns:a16="http://schemas.microsoft.com/office/drawing/2014/main" id="{72895A31-1509-9CF4-4316-04F6D0BEF835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7" name="slide_number_automatic">
            <a:extLst>
              <a:ext uri="{FF2B5EF4-FFF2-40B4-BE49-F238E27FC236}">
                <a16:creationId xmlns:a16="http://schemas.microsoft.com/office/drawing/2014/main" id="{7DFC2BA1-972D-AF72-AFDD-69AE02927656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+mj-lt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9" name="company_logo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message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quote or key message here</a:t>
            </a:r>
          </a:p>
        </p:txBody>
      </p:sp>
      <p:sp>
        <p:nvSpPr>
          <p:cNvPr id="5" name="image_placeholder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65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_message_02_white_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_number_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message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3743031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_message_03_dark_backgroun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">
            <a:extLst>
              <a:ext uri="{FF2B5EF4-FFF2-40B4-BE49-F238E27FC236}">
                <a16:creationId xmlns:a16="http://schemas.microsoft.com/office/drawing/2014/main" id="{3490B2B0-2D3E-4E42-87A1-36CD0A7CA0B7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4" name="slide_number_automatic">
            <a:extLst>
              <a:ext uri="{FF2B5EF4-FFF2-40B4-BE49-F238E27FC236}">
                <a16:creationId xmlns:a16="http://schemas.microsoft.com/office/drawing/2014/main" id="{06D2EC61-BF0B-7726-9173-A14FE53BD9E7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1" name="message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key message style</a:t>
            </a:r>
          </a:p>
        </p:txBody>
      </p:sp>
      <p:sp>
        <p:nvSpPr>
          <p:cNvPr id="2" name="company_logo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714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01_with_on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 tIns="182880"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</a:t>
            </a:r>
            <a:r>
              <a:rPr lang="en-GB" dirty="0" err="1"/>
              <a:t>Graphik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bullet</a:t>
            </a:r>
          </a:p>
          <a:p>
            <a:pPr lvl="3"/>
            <a:r>
              <a:rPr lang="en-US" dirty="0"/>
              <a:t>Fourth level bullet</a:t>
            </a:r>
          </a:p>
          <a:p>
            <a:pPr lvl="4"/>
            <a:r>
              <a:rPr lang="en-US" dirty="0"/>
              <a:t>Fifth level bullet</a:t>
            </a:r>
          </a:p>
        </p:txBody>
      </p:sp>
      <p:sp>
        <p:nvSpPr>
          <p:cNvPr id="3" name="image_placeholder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78790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6049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02_n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FE562A28-BFB7-0B5A-A44E-14FD2737AA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3411" y="1794144"/>
            <a:ext cx="11077728" cy="42788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AR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Place subtitle here in </a:t>
            </a:r>
            <a:r>
              <a:rPr lang="en-GB" dirty="0" err="1"/>
              <a:t>Graphik</a:t>
            </a:r>
            <a:r>
              <a:rPr lang="en-GB" dirty="0"/>
              <a:t> regular</a:t>
            </a:r>
            <a:endParaRPr lang="en-US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914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3_with_one_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_placeholder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46395CBB-5BF9-45C3-B3AB-1C49BDDAB166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2" name="slide_number_automatic">
            <a:extLst>
              <a:ext uri="{FF2B5EF4-FFF2-40B4-BE49-F238E27FC236}">
                <a16:creationId xmlns:a16="http://schemas.microsoft.com/office/drawing/2014/main" id="{63A6B77E-96C3-7D2B-D319-71704218C94F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+mj-lt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company_logo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D150287-C02E-492D-1437-F9DF33B7F1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8103" y="1243962"/>
            <a:ext cx="4591589" cy="437007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solidFill>
                  <a:schemeClr val="bg1"/>
                </a:solidFill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solidFill>
                  <a:schemeClr val="bg1"/>
                </a:solidFill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solidFill>
                  <a:schemeClr val="bg1"/>
                </a:solidFill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</a:t>
            </a:r>
            <a:r>
              <a:rPr lang="en-GB" dirty="0" err="1"/>
              <a:t>Graphik</a:t>
            </a:r>
            <a:r>
              <a:rPr lang="en-GB" dirty="0"/>
              <a:t> regular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bullet</a:t>
            </a:r>
          </a:p>
          <a:p>
            <a:pPr lvl="3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9446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04_with_on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136066"/>
            <a:ext cx="4951564" cy="396946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276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787908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image_placeholder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_image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0BBC10C-8FD3-0C9F-5D00-A73586E0E6C9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010E3017-F698-2276-AD08-27CCB9FB49AF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348" y="3416689"/>
            <a:ext cx="4391330" cy="1009507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10" name="company_logo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44285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pag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1955883"/>
            <a:ext cx="3148429" cy="1657267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51326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1955883"/>
            <a:ext cx="3148429" cy="1657267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51326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176F9293-007F-4B5C-292E-686C551BEA6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6468" y="4457783"/>
            <a:ext cx="3148429" cy="1657267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7" name="Text Placeholder 3a">
            <a:extLst>
              <a:ext uri="{FF2B5EF4-FFF2-40B4-BE49-F238E27FC236}">
                <a16:creationId xmlns:a16="http://schemas.microsoft.com/office/drawing/2014/main" id="{0E7F0439-1D3B-3949-113F-18E043FA4D2F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56468" y="401516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8" name="Text Placeholder 47">
            <a:extLst>
              <a:ext uri="{FF2B5EF4-FFF2-40B4-BE49-F238E27FC236}">
                <a16:creationId xmlns:a16="http://schemas.microsoft.com/office/drawing/2014/main" id="{821F53D5-A355-2706-CBE2-75C2D1026A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35240" y="4457783"/>
            <a:ext cx="3148429" cy="1657267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AC4B6DCF-8A8D-EE54-D8ED-435A1B065F8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135240" y="401516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DFB8356C-20F5-D024-272E-91C50B18C3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7744514" y="555463"/>
            <a:ext cx="4447486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28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pag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6450562" cy="3939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0" y="1198271"/>
            <a:ext cx="644531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02409"/>
            <a:ext cx="2510646" cy="7323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defRPr lang="en-US" sz="1600" i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  <a:spcAft>
                <a:spcPts val="0"/>
              </a:spcAft>
            </a:pPr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47753" y="20998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177714"/>
            <a:ext cx="2510646" cy="7323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defRPr lang="en-US" sz="1600" i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  <a:spcAft>
                <a:spcPts val="0"/>
              </a:spcAft>
            </a:pPr>
            <a:r>
              <a:rPr lang="en-US"/>
              <a:t>Text here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60302" y="3175139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1960676"/>
            <a:ext cx="64505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030462"/>
            <a:ext cx="64505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58162" y="4115299"/>
            <a:ext cx="64505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58161" y="5200136"/>
            <a:ext cx="64505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 userDrawn="1">
            <p:ph type="body" idx="33" hasCustomPrompt="1"/>
          </p:nvPr>
        </p:nvSpPr>
        <p:spPr>
          <a:xfrm>
            <a:off x="575959" y="4245990"/>
            <a:ext cx="2510646" cy="7323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defRPr lang="en-US" sz="1600" i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  <a:spcAft>
                <a:spcPts val="0"/>
              </a:spcAft>
            </a:pPr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460301" y="4243415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 userDrawn="1">
            <p:ph type="body" idx="36" hasCustomPrompt="1"/>
          </p:nvPr>
        </p:nvSpPr>
        <p:spPr>
          <a:xfrm>
            <a:off x="588508" y="5347388"/>
            <a:ext cx="2510646" cy="7323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defRPr lang="en-US" sz="1600" i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  <a:spcAft>
                <a:spcPts val="0"/>
              </a:spcAft>
            </a:pPr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3472850" y="5344813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4" name="image_placeholder">
            <a:extLst>
              <a:ext uri="{FF2B5EF4-FFF2-40B4-BE49-F238E27FC236}">
                <a16:creationId xmlns:a16="http://schemas.microsoft.com/office/drawing/2014/main" id="{645F3B7E-11BF-0FB1-1529-2229A459781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480300" y="476251"/>
            <a:ext cx="4715716" cy="583247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8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96968C"/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rgbClr val="96968C"/>
              </a:solidFill>
              <a:latin typeface="Graphik" panose="020B050303020206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711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914" r:id="rId2"/>
    <p:sldLayoutId id="2147483913" r:id="rId3"/>
    <p:sldLayoutId id="2147483915" r:id="rId4"/>
    <p:sldLayoutId id="2147483916" r:id="rId5"/>
    <p:sldLayoutId id="2147483917" r:id="rId6"/>
    <p:sldLayoutId id="2147483790" r:id="rId7"/>
    <p:sldLayoutId id="2147483911" r:id="rId8"/>
    <p:sldLayoutId id="2147483910" r:id="rId9"/>
    <p:sldLayoutId id="2147483782" r:id="rId10"/>
    <p:sldLayoutId id="2147483912" r:id="rId11"/>
    <p:sldLayoutId id="2147483919" r:id="rId12"/>
    <p:sldLayoutId id="2147483921" r:id="rId13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5ACBF0"/>
          </p15:clr>
        </p15:guide>
        <p15:guide id="8" pos="347" userDrawn="1">
          <p15:clr>
            <a:srgbClr val="9FCC3B"/>
          </p15:clr>
        </p15:guide>
        <p15:guide id="9" pos="733" userDrawn="1">
          <p15:clr>
            <a:srgbClr val="C35EA4"/>
          </p15:clr>
        </p15:guide>
        <p15:guide id="10" pos="7514" userDrawn="1">
          <p15:clr>
            <a:srgbClr val="5ACBF0"/>
          </p15:clr>
        </p15:guide>
        <p15:guide id="11" pos="166" userDrawn="1">
          <p15:clr>
            <a:srgbClr val="5ACBF0"/>
          </p15:clr>
        </p15:guide>
        <p15:guide id="12" orient="horz" pos="4156" userDrawn="1">
          <p15:clr>
            <a:srgbClr val="5ACBF0"/>
          </p15:clr>
        </p15:guide>
        <p15:guide id="13" pos="7333" userDrawn="1">
          <p15:clr>
            <a:srgbClr val="9FCC3B"/>
          </p15:clr>
        </p15:guide>
        <p15:guide id="14" orient="horz" pos="346" userDrawn="1">
          <p15:clr>
            <a:srgbClr val="9FCC3B"/>
          </p15:clr>
        </p15:guide>
        <p15:guide id="15" orient="horz" pos="3974" userDrawn="1">
          <p15:clr>
            <a:srgbClr val="9FCC3B"/>
          </p15:clr>
        </p15:guide>
        <p15:guide id="16" orient="horz" pos="845" userDrawn="1">
          <p15:clr>
            <a:srgbClr val="A4A3A4"/>
          </p15:clr>
        </p15:guide>
        <p15:guide id="17" orient="horz" pos="3861" userDrawn="1">
          <p15:clr>
            <a:srgbClr val="A4A3A4"/>
          </p15:clr>
        </p15:guide>
        <p15:guide id="18" pos="6924" userDrawn="1">
          <p15:clr>
            <a:srgbClr val="C35EA4"/>
          </p15:clr>
        </p15:guide>
        <p15:guide id="19" orient="horz" pos="1162" userDrawn="1">
          <p15:clr>
            <a:srgbClr val="FDE53C"/>
          </p15:clr>
        </p15:guide>
        <p15:guide id="20" pos="7015" userDrawn="1">
          <p15:clr>
            <a:srgbClr val="F26B43"/>
          </p15:clr>
        </p15:guide>
        <p15:guide id="21" pos="665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[Working file] Acc_PPT_Graphik_2025_V.3.pptx" id="{48769250-4AF3-2847-904C-253F6AE3D744}" vid="{14A8BAE1-A2FA-C444-89FE-17613DBD91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8490fd2-3874-498a-a766-2fc8121cd514">
      <Terms xmlns="http://schemas.microsoft.com/office/infopath/2007/PartnerControls"/>
    </lcf76f155ced4ddcb4097134ff3c332f>
    <TaxCatchAll xmlns="9c82783a-043f-442e-839a-a2edde742a9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D550D75BD947995C632333D530AD" ma:contentTypeVersion="16" ma:contentTypeDescription="Create a new document." ma:contentTypeScope="" ma:versionID="77abcca08094910dc25babfbee0bea99">
  <xsd:schema xmlns:xsd="http://www.w3.org/2001/XMLSchema" xmlns:xs="http://www.w3.org/2001/XMLSchema" xmlns:p="http://schemas.microsoft.com/office/2006/metadata/properties" xmlns:ns2="9c82783a-043f-442e-839a-a2edde742a9b" xmlns:ns3="38490fd2-3874-498a-a766-2fc8121cd514" targetNamespace="http://schemas.microsoft.com/office/2006/metadata/properties" ma:root="true" ma:fieldsID="ea3c76880a22bbbd28592c856acb2e32" ns2:_="" ns3:_="">
    <xsd:import namespace="9c82783a-043f-442e-839a-a2edde742a9b"/>
    <xsd:import namespace="38490fd2-3874-498a-a766-2fc8121cd5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2783a-043f-442e-839a-a2edde742a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e3a034e9-9b93-4ffb-8ea8-7796ba805990}" ma:internalName="TaxCatchAll" ma:showField="CatchAllData" ma:web="9c82783a-043f-442e-839a-a2edde742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90fd2-3874-498a-a766-2fc8121cd51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FDE27C-16C4-45FF-A19B-13BD8B1086D5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9c82783a-043f-442e-839a-a2edde742a9b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38490fd2-3874-498a-a766-2fc8121cd514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9FE07E4-4832-4C19-A782-D6413DBF1D6C}">
  <ds:schemaRefs>
    <ds:schemaRef ds:uri="38490fd2-3874-498a-a766-2fc8121cd514"/>
    <ds:schemaRef ds:uri="9c82783a-043f-442e-839a-a2edde742a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9CBD5EA-191D-4269-ACD5-80F26C7B10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11682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Arial</vt:lpstr>
      <vt:lpstr>Graphik</vt:lpstr>
      <vt:lpstr>Graphik Regular</vt:lpstr>
      <vt:lpstr>Graphik Semibold</vt:lpstr>
      <vt:lpstr>Graphik-Semibold</vt:lpstr>
      <vt:lpstr>GT Sectra Fine Rg</vt:lpstr>
      <vt:lpstr>System Font</vt:lpstr>
      <vt:lpstr>Accenture 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Robledo, Martu</dc:creator>
  <cp:lastModifiedBy>Veron, Sergio Mauricio</cp:lastModifiedBy>
  <cp:revision>17</cp:revision>
  <dcterms:created xsi:type="dcterms:W3CDTF">2025-01-13T11:58:53Z</dcterms:created>
  <dcterms:modified xsi:type="dcterms:W3CDTF">2025-10-15T20:05:02Z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0x010100F7A2D550D75BD947995C632333D530AD</vt:lpwstr>
  </property>
  <property fmtid="{D5CDD505-2E9C-101B-9397-08002B2CF9AE}" pid="3" name="MediaServiceImageTags">
    <vt:lpwstr/>
  </property>
</Properties>
</file>